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9" r:id="rId1"/>
    <p:sldMasterId id="2147483823" r:id="rId2"/>
  </p:sldMasterIdLst>
  <p:sldIdLst>
    <p:sldId id="257" r:id="rId3"/>
  </p:sldIdLst>
  <p:sldSz cx="12192000" cy="6858000"/>
  <p:notesSz cx="6858000" cy="99456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1.xml"/><Relationship Id="rId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FAE91-9576-4E07-A608-81D490EE5753}" type="datetimeFigureOut">
              <a:rPr lang="ko-KR" altLang="en-US" smtClean="0"/>
              <a:t>2025-05-15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84227-31E8-4394-9717-69B021329F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7707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FAE91-9576-4E07-A608-81D490EE5753}" type="datetimeFigureOut">
              <a:rPr lang="ko-KR" altLang="en-US" smtClean="0"/>
              <a:t>2025-05-15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84227-31E8-4394-9717-69B021329F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716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FAE91-9576-4E07-A608-81D490EE5753}" type="datetimeFigureOut">
              <a:rPr lang="ko-KR" altLang="en-US" smtClean="0"/>
              <a:t>2025-05-15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84227-31E8-4394-9717-69B021329F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1892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FAE91-9576-4E07-A608-81D490EE5753}" type="datetimeFigureOut">
              <a:rPr lang="ko-KR" altLang="en-US" smtClean="0"/>
              <a:t>2025-05-15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84227-31E8-4394-9717-69B021329F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62425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FAE91-9576-4E07-A608-81D490EE5753}" type="datetimeFigureOut">
              <a:rPr lang="ko-KR" altLang="en-US" smtClean="0"/>
              <a:t>2025-05-15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84227-31E8-4394-9717-69B021329F38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47564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FAE91-9576-4E07-A608-81D490EE5753}" type="datetimeFigureOut">
              <a:rPr lang="ko-KR" altLang="en-US" smtClean="0"/>
              <a:t>2025-05-15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84227-31E8-4394-9717-69B021329F38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5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FAE91-9576-4E07-A608-81D490EE5753}" type="datetimeFigureOut">
              <a:rPr lang="ko-KR" altLang="en-US" smtClean="0"/>
              <a:t>2025-05-15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84227-31E8-4394-9717-69B021329F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1554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FAE91-9576-4E07-A608-81D490EE5753}" type="datetimeFigureOut">
              <a:rPr lang="ko-KR" altLang="en-US" smtClean="0"/>
              <a:t>2025-05-15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84227-31E8-4394-9717-69B021329F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27513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FAE91-9576-4E07-A608-81D490EE5753}" type="datetimeFigureOut">
              <a:rPr lang="ko-KR" altLang="en-US" smtClean="0"/>
              <a:t>2025-05-15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84227-31E8-4394-9717-69B021329F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2481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FAE91-9576-4E07-A608-81D490EE5753}" type="datetimeFigureOut">
              <a:rPr lang="ko-KR" altLang="en-US" smtClean="0"/>
              <a:t>2025-05-15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84227-31E8-4394-9717-69B021329F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3608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FAE91-9576-4E07-A608-81D490EE5753}" type="datetimeFigureOut">
              <a:rPr lang="ko-KR" altLang="en-US" smtClean="0"/>
              <a:t>2025-05-15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84227-31E8-4394-9717-69B021329F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32142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FAE91-9576-4E07-A608-81D490EE5753}" type="datetimeFigureOut">
              <a:rPr lang="ko-KR" altLang="en-US" smtClean="0"/>
              <a:t>2025-05-15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84227-31E8-4394-9717-69B021329F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70780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FAE91-9576-4E07-A608-81D490EE5753}" type="datetimeFigureOut">
              <a:rPr lang="ko-KR" altLang="en-US" smtClean="0"/>
              <a:t>2025-05-15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84227-31E8-4394-9717-69B021329F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36062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FAE91-9576-4E07-A608-81D490EE5753}" type="datetimeFigureOut">
              <a:rPr lang="ko-KR" altLang="en-US" smtClean="0"/>
              <a:t>2025-05-15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84227-31E8-4394-9717-69B021329F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7959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FAE91-9576-4E07-A608-81D490EE5753}" type="datetimeFigureOut">
              <a:rPr lang="ko-KR" altLang="en-US" smtClean="0"/>
              <a:t>2025-05-15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84227-31E8-4394-9717-69B021329F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04233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FAE91-9576-4E07-A608-81D490EE5753}" type="datetimeFigureOut">
              <a:rPr lang="ko-KR" altLang="en-US" smtClean="0"/>
              <a:t>2025-05-15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84227-31E8-4394-9717-69B021329F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57829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FAE91-9576-4E07-A608-81D490EE5753}" type="datetimeFigureOut">
              <a:rPr lang="ko-KR" altLang="en-US" smtClean="0"/>
              <a:t>2025-05-15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84227-31E8-4394-9717-69B021329F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97993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FAE91-9576-4E07-A608-81D490EE5753}" type="datetimeFigureOut">
              <a:rPr lang="ko-KR" altLang="en-US" smtClean="0"/>
              <a:t>2025-05-15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84227-31E8-4394-9717-69B021329F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56269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FAE91-9576-4E07-A608-81D490EE5753}" type="datetimeFigureOut">
              <a:rPr lang="ko-KR" altLang="en-US" smtClean="0"/>
              <a:t>2025-05-15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84227-31E8-4394-9717-69B021329F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36248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FAE91-9576-4E07-A608-81D490EE5753}" type="datetimeFigureOut">
              <a:rPr lang="ko-KR" altLang="en-US" smtClean="0"/>
              <a:t>2025-05-15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84227-31E8-4394-9717-69B021329F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39486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FAE91-9576-4E07-A608-81D490EE5753}" type="datetimeFigureOut">
              <a:rPr lang="ko-KR" altLang="en-US" smtClean="0"/>
              <a:t>2025-05-15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84227-31E8-4394-9717-69B021329F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28999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FAE91-9576-4E07-A608-81D490EE5753}" type="datetimeFigureOut">
              <a:rPr lang="ko-KR" altLang="en-US" smtClean="0"/>
              <a:t>2025-05-15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84227-31E8-4394-9717-69B021329F38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907740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FAE91-9576-4E07-A608-81D490EE5753}" type="datetimeFigureOut">
              <a:rPr lang="ko-KR" altLang="en-US" smtClean="0"/>
              <a:t>2025-05-15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84227-31E8-4394-9717-69B021329F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70987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인용문 있는 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FAE91-9576-4E07-A608-81D490EE5753}" type="datetimeFigureOut">
              <a:rPr lang="ko-KR" altLang="en-US" smtClean="0"/>
              <a:t>2025-05-15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84227-31E8-4394-9717-69B021329F38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463870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참 또는 거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FAE91-9576-4E07-A608-81D490EE5753}" type="datetimeFigureOut">
              <a:rPr lang="ko-KR" altLang="en-US" smtClean="0"/>
              <a:t>2025-05-15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84227-31E8-4394-9717-69B021329F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44001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FAE91-9576-4E07-A608-81D490EE5753}" type="datetimeFigureOut">
              <a:rPr lang="ko-KR" altLang="en-US" smtClean="0"/>
              <a:t>2025-05-15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84227-31E8-4394-9717-69B021329F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31458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FAE91-9576-4E07-A608-81D490EE5753}" type="datetimeFigureOut">
              <a:rPr lang="ko-KR" altLang="en-US" smtClean="0"/>
              <a:t>2025-05-15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84227-31E8-4394-9717-69B021329F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0240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3FFAE91-9576-4E07-A608-81D490EE5753}" type="datetimeFigureOut">
              <a:rPr lang="ko-KR" altLang="en-US" smtClean="0"/>
              <a:t>2025-05-15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584227-31E8-4394-9717-69B021329F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343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07" r:id="rId8"/>
    <p:sldLayoutId id="2147483808" r:id="rId9"/>
    <p:sldLayoutId id="2147483809" r:id="rId10"/>
    <p:sldLayoutId id="2147483810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FFAE91-9576-4E07-A608-81D490EE5753}" type="datetimeFigureOut">
              <a:rPr lang="ko-KR" altLang="en-US" smtClean="0"/>
              <a:t>2025-05-15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F584227-31E8-4394-9717-69B021329F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1605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4" r:id="rId1"/>
    <p:sldLayoutId id="2147483825" r:id="rId2"/>
    <p:sldLayoutId id="2147483826" r:id="rId3"/>
    <p:sldLayoutId id="2147483827" r:id="rId4"/>
    <p:sldLayoutId id="2147483828" r:id="rId5"/>
    <p:sldLayoutId id="2147483829" r:id="rId6"/>
    <p:sldLayoutId id="2147483830" r:id="rId7"/>
    <p:sldLayoutId id="2147483831" r:id="rId8"/>
    <p:sldLayoutId id="2147483832" r:id="rId9"/>
    <p:sldLayoutId id="2147483833" r:id="rId10"/>
    <p:sldLayoutId id="2147483834" r:id="rId11"/>
    <p:sldLayoutId id="2147483835" r:id="rId12"/>
    <p:sldLayoutId id="2147483836" r:id="rId13"/>
    <p:sldLayoutId id="2147483837" r:id="rId14"/>
    <p:sldLayoutId id="2147483838" r:id="rId15"/>
    <p:sldLayoutId id="2147483839" r:id="rId16"/>
  </p:sldLayoutIdLst>
  <p:txStyles>
    <p:titleStyle>
      <a:lvl1pPr algn="l" defTabSz="457200" rtl="0" eaLnBrk="1" latinLnBrk="1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9470BD-5EA7-40DC-B708-8D39D9E210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3456" y="2689409"/>
            <a:ext cx="7766936" cy="1646302"/>
          </a:xfrm>
        </p:spPr>
        <p:txBody>
          <a:bodyPr>
            <a:noAutofit/>
          </a:bodyPr>
          <a:lstStyle/>
          <a:p>
            <a:pPr marL="0" indent="0" algn="ctr">
              <a:lnSpc>
                <a:spcPts val="4850"/>
              </a:lnSpc>
            </a:pPr>
            <a:br>
              <a:rPr lang="en-US" altLang="ko-KR" sz="4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ko-KR" sz="4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US" altLang="ko-KR" sz="4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altLang="ko-KR" sz="4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ko-KR" altLang="en-US" sz="4400" dirty="0">
              <a:solidFill>
                <a:schemeClr val="tx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9D21984-D5BD-4323-8D77-201BE35EEA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9125" y="2117203"/>
            <a:ext cx="936080" cy="82510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639A4CA-1053-43D8-8E24-9F22A57A42B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38" t="11114"/>
          <a:stretch/>
        </p:blipFill>
        <p:spPr>
          <a:xfrm>
            <a:off x="2825205" y="1566187"/>
            <a:ext cx="6001662" cy="1473916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7967311-8E9A-4428-A6BC-FA7910C32FAE}"/>
              </a:ext>
            </a:extLst>
          </p:cNvPr>
          <p:cNvSpPr/>
          <p:nvPr/>
        </p:nvSpPr>
        <p:spPr>
          <a:xfrm>
            <a:off x="4110447" y="5448117"/>
            <a:ext cx="3047999" cy="902484"/>
          </a:xfrm>
          <a:prstGeom prst="roundRect">
            <a:avLst>
              <a:gd name="adj" fmla="val 50000"/>
            </a:avLst>
          </a:prstGeom>
          <a:solidFill>
            <a:srgbClr val="D1D7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865FCC-6613-4039-8032-07E35E6CFAFE}"/>
              </a:ext>
            </a:extLst>
          </p:cNvPr>
          <p:cNvSpPr txBox="1"/>
          <p:nvPr/>
        </p:nvSpPr>
        <p:spPr>
          <a:xfrm>
            <a:off x="4110447" y="5519604"/>
            <a:ext cx="3047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err="1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샬롬호텔제주</a:t>
            </a:r>
            <a:endParaRPr lang="en-US" altLang="ko-KR" sz="2400" b="1" dirty="0">
              <a:solidFill>
                <a:schemeClr val="bg1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17</a:t>
            </a:r>
            <a:r>
              <a:rPr lang="ko-KR" altLang="en-US" sz="2400" b="1" dirty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층 세미나실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0F77BC83-1753-4B69-A17C-C947C7867557}"/>
              </a:ext>
            </a:extLst>
          </p:cNvPr>
          <p:cNvSpPr txBox="1">
            <a:spLocks/>
          </p:cNvSpPr>
          <p:nvPr/>
        </p:nvSpPr>
        <p:spPr>
          <a:xfrm>
            <a:off x="3098610" y="3491298"/>
            <a:ext cx="5139699" cy="164630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457200" rtl="0" eaLnBrk="1" latinLnBrk="1" hangingPunct="1"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lnSpc>
                <a:spcPts val="4850"/>
              </a:lnSpc>
            </a:pPr>
            <a:r>
              <a:rPr lang="en-US" altLang="ko-KR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초대</a:t>
            </a:r>
            <a:r>
              <a:rPr lang="en-US" altLang="ko-KR" b="1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합니다</a:t>
            </a: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!</a:t>
            </a:r>
            <a:br>
              <a:rPr lang="en-US" altLang="ko-KR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ko-KR" alt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0878431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패싯">
  <a:themeElements>
    <a:clrScheme name="패싯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패싯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패싯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TM02892315[[fn=줄기]]</Template>
  <TotalTime>15</TotalTime>
  <Words>13</Words>
  <Application>Microsoft Office PowerPoint</Application>
  <PresentationFormat>와이드스크린</PresentationFormat>
  <Paragraphs>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</vt:i4>
      </vt:variant>
    </vt:vector>
  </HeadingPairs>
  <TitlesOfParts>
    <vt:vector size="10" baseType="lpstr">
      <vt:lpstr>a옛날목욕탕L</vt:lpstr>
      <vt:lpstr>Arial</vt:lpstr>
      <vt:lpstr>Calibri</vt:lpstr>
      <vt:lpstr>Calibri Light</vt:lpstr>
      <vt:lpstr>Trebuchet MS</vt:lpstr>
      <vt:lpstr>Wingdings 2</vt:lpstr>
      <vt:lpstr>Wingdings 3</vt:lpstr>
      <vt:lpstr>HDOfficeLightV0</vt:lpstr>
      <vt:lpstr>패싯</vt:lpstr>
      <vt:lpstr> 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(사)전남뿌리기업협회   제주도  워크숍  환영합니다! </dc:title>
  <dc:creator>samsung</dc:creator>
  <cp:lastModifiedBy>samsung</cp:lastModifiedBy>
  <cp:revision>12</cp:revision>
  <cp:lastPrinted>2025-05-14T08:21:01Z</cp:lastPrinted>
  <dcterms:created xsi:type="dcterms:W3CDTF">2025-05-14T08:16:35Z</dcterms:created>
  <dcterms:modified xsi:type="dcterms:W3CDTF">2025-05-15T09:21:24Z</dcterms:modified>
</cp:coreProperties>
</file>